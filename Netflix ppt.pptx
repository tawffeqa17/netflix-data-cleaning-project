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274320"/>
            <a:ext cx="3657600" cy="594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3000" b="1">
                <a:solidFill>
                  <a:srgbClr val="E50914"/>
                </a:solidFill>
              </a:defRPr>
            </a:pPr>
            <a: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69494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5F5"/>
                </a:solidFill>
              </a:defRPr>
            </a:pPr>
            <a:r>
              <a:t>Netflix Data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200400"/>
            <a:ext cx="6675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AFAFB4"/>
                </a:solidFill>
              </a:defRPr>
            </a:pPr>
            <a:r>
              <a:t>Python • Pandas • Data Quality •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4069080"/>
            <a:ext cx="6492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50914"/>
                </a:solidFill>
              </a:defRPr>
            </a:pPr>
            <a:r>
              <a:t>Cleaned dataset: 89,501 rows × 10 columns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1. Project 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Understanding the purpose before cleaning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25880"/>
            <a:ext cx="6858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• This project cleans a Netflix-style dataset using Python and Pandas.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• The notebook checks structure, duplicates, missing values and unusual text values.</a:t>
            </a:r>
          </a:p>
          <a:p>
            <a:pPr>
              <a:spcAft>
                <a:spcPts val="1200"/>
              </a:spcAft>
              <a:defRPr sz="1800">
                <a:solidFill>
                  <a:srgbClr val="F5F5F5"/>
                </a:solidFill>
              </a:defRPr>
            </a:pPr>
            <a:r>
              <a:t>• After cleaning, the data is used for simple visual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1554480"/>
            <a:ext cx="3383280" cy="19202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9288" y="1737360"/>
            <a:ext cx="298094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Project Flow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Load → Inspect → Clean → Validate → Visualize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2. Importing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Libraries used in the notebook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75120" cy="18288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45936" cy="1572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# importing library for data handling</a:t>
            </a:r>
            <a:br/>
            <a:r>
              <a:t>import pandas as pd</a:t>
            </a:r>
            <a:br/>
            <a:r>
              <a:t>import numpy as np</a:t>
            </a:r>
            <a:br/>
            <a:r>
              <a:t>print("done")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these libraries?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Pandas handles the dataset. NumPy supports numerical operations. These are the main libraries imported at the start.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3. Loading the CSV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Reading the raw Netflix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75120" cy="19202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45936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# loading csv file</a:t>
            </a:r>
            <a:br/>
            <a:r>
              <a:t>raw="netflix.csv"</a:t>
            </a:r>
            <a:br/>
            <a:r>
              <a:t>cleaned="netflix_cleaned.csv"</a:t>
            </a:r>
            <a:br/>
            <a:r>
              <a:t>n=pd.read_csv(raw)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46888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What happens here?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raw CSV is read into the DataFrame named n. A cleaned-file name is also defined for the final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4. Dataset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First structural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4572000" cy="13716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242816" cy="1115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>
                <a:solidFill>
                  <a:srgbClr val="C8E6BE"/>
                </a:solidFill>
                <a:latin typeface="Consolas"/>
              </a:defRPr>
            </a:pPr>
            <a:r>
              <a:t>n.shape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508760"/>
            <a:ext cx="205740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16276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89,501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Rows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508760"/>
            <a:ext cx="205740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2127" y="1627631"/>
            <a:ext cx="18379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10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Columns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063240"/>
            <a:ext cx="5212080" cy="16459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687568" y="3246120"/>
            <a:ext cx="48097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Meaning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shape tells us how many records and columns are available before detailed cleaning.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5. Dataset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Checking columns and data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19"/>
            <a:ext cx="6675120" cy="3261539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9160" y="1508760"/>
            <a:ext cx="6205728" cy="317009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dirty="0"/>
              <a:t>n.info()</a:t>
            </a:r>
            <a:endParaRPr lang="en-IN" dirty="0"/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endParaRPr lang="en-IN" dirty="0"/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endParaRPr lang="en-IN" dirty="0"/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endParaRPr lang="en-IN" dirty="0"/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#   Column        Non-Null Count  </a:t>
            </a:r>
            <a:r>
              <a:rPr lang="en-IN" dirty="0" err="1"/>
              <a:t>Dtype</a:t>
            </a:r>
            <a:r>
              <a:rPr lang="en-IN" dirty="0"/>
              <a:t> </a:t>
            </a:r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---  ------        --------------  ----- </a:t>
            </a:r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0   </a:t>
            </a:r>
            <a:r>
              <a:rPr lang="en-IN" dirty="0" err="1"/>
              <a:t>show_id</a:t>
            </a:r>
            <a:r>
              <a:rPr lang="en-IN" dirty="0"/>
              <a:t>       90000 non-null  object</a:t>
            </a:r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1   title         90000 non-null  object</a:t>
            </a:r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2   type          85500 non-null  object</a:t>
            </a:r>
          </a:p>
          <a:p>
            <a:pPr marL="342900" indent="-342900">
              <a:buAutoNum type="arabicPlain" startAt="3"/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country       88203 non-null  object</a:t>
            </a:r>
          </a:p>
          <a:p>
            <a:pPr marL="342900" indent="-342900">
              <a:buAutoNum type="arabicPlain" startAt="4"/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 err="1"/>
              <a:t>release_year</a:t>
            </a:r>
            <a:r>
              <a:rPr lang="en-IN" dirty="0"/>
              <a:t>  90000 non-null  int64 </a:t>
            </a:r>
          </a:p>
          <a:p>
            <a:pPr marL="342900" indent="-342900">
              <a:buAutoNum type="arabicPlain" startAt="5"/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rating        78157 non-null  object</a:t>
            </a:r>
          </a:p>
          <a:p>
            <a:pPr marL="342900" indent="-342900">
              <a:buAutoNum type="arabicPlain" startAt="6"/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duration      88501 non-null  object</a:t>
            </a:r>
          </a:p>
          <a:p>
            <a:pPr marL="342900" indent="-342900">
              <a:buAutoNum type="arabicPlain" startAt="7"/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 err="1"/>
              <a:t>date_added</a:t>
            </a:r>
            <a:r>
              <a:rPr lang="en-IN" dirty="0"/>
              <a:t>    90000 non-null  object</a:t>
            </a:r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r>
              <a:rPr lang="en-IN" dirty="0"/>
              <a:t>8   genre         85500 non-null  object</a:t>
            </a:r>
          </a:p>
          <a:p>
            <a:pPr>
              <a:defRPr sz="1250">
                <a:solidFill>
                  <a:srgbClr val="C8E6BE"/>
                </a:solidFill>
                <a:latin typeface="Consolas"/>
              </a:defRPr>
            </a:pP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info()?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It shows column names, non-null counts and data types. This helps identify columns that need conversion or cleaning.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6. Missing Value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Finding blanks before changing anything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029200" cy="14630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700016" cy="12070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n.isnull().sum()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63040"/>
            <a:ext cx="5120640" cy="201168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87568" y="1645920"/>
            <a:ext cx="4718303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Purpose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isnull().sum() gives the number of missing values in every column. It is a key step before choosing a cleaning method.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21696" y="3364777"/>
            <a:ext cx="2404872" cy="224028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779" y="3561588"/>
            <a:ext cx="1274708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AFAFB4"/>
                </a:solidFill>
              </a:defRPr>
            </a:pPr>
            <a:r>
              <a:rPr b="1" dirty="0"/>
              <a:t>Final missing cell</a:t>
            </a:r>
            <a:r>
              <a:rPr lang="en-IN" b="1" dirty="0"/>
              <a:t>s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endParaRPr lang="en-IN" dirty="0"/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 err="1"/>
              <a:t>show_id</a:t>
            </a:r>
            <a:r>
              <a:rPr lang="en-IN" dirty="0"/>
              <a:t>                      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/>
              <a:t>title                              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/>
              <a:t>type                      4500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/>
              <a:t>country                1797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 err="1"/>
              <a:t>elease_year</a:t>
            </a:r>
            <a:r>
              <a:rPr lang="en-IN" dirty="0"/>
              <a:t>               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/>
              <a:t>rating                11843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/>
              <a:t>duration              1499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 err="1"/>
              <a:t>date_added</a:t>
            </a:r>
            <a:r>
              <a:rPr lang="en-IN" dirty="0"/>
              <a:t>               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rPr lang="en-IN" dirty="0"/>
              <a:t>genre                   4500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7. Duplicate Row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Checking complete duplicate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303520" cy="141732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974336" cy="1161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# Check for duplicate rows</a:t>
            </a:r>
            <a:br/>
            <a:r>
              <a:t>n.duplicated().sum()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5303520" cy="16002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209544"/>
            <a:ext cx="4974336" cy="1344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n.drop_duplicates(inplace=True)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45720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1645920"/>
            <a:ext cx="4169663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Method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duplicated() finds repeated rows. drop_duplicates() removes duplicate rows while keeping the first occurrence.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8. Duplicate show_id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Checking the identifier separately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265176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2395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# Check for duplicate show IDs</a:t>
            </a:r>
            <a:br/>
            <a:r>
              <a:t>duplicates = n[n['show_id'].duplicated(keep=False)]</a:t>
            </a:r>
            <a:br/>
            <a:r>
              <a:t>print(duplicates.to_string())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separate this check?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A complete row may be different while the same show_id appears more than once. The notebook therefore checks show_id separately.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9. Removing Duplicate show_id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Keeping the first record for each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12344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9784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# Remove duplicate show IDs</a:t>
            </a:r>
            <a:br/>
            <a:r>
              <a:t>n = n.drop_duplicates(subset='show_id', keep='first')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56616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44967" y="1581912"/>
            <a:ext cx="334670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89,501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Unique show_id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971800"/>
            <a:ext cx="3657600" cy="182880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3154680"/>
            <a:ext cx="32552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Result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removes repeated show IDs with keep='first'. The cleaned CSV contains one record per show_id.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10. Descriptive 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Understanding numeric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18288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1572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n.describe()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46888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What describe() gives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For numeric columns it provides count, mean, standard deviation, minimum, maximum and quartile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11. Checking Data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Reviewing the structure after duplicate removal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219456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19385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n.dtypes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01168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Focus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reviews dtypes before later transformations such as date conversion.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12. Finding Wrong / Unusual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Value counts for object 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36576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34015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00">
                <a:solidFill>
                  <a:srgbClr val="C8E6BE"/>
                </a:solidFill>
                <a:latin typeface="Consolas"/>
              </a:defRPr>
            </a:pPr>
            <a:r>
              <a:t># findind wrong values</a:t>
            </a:r>
            <a:br/>
            <a:r>
              <a:t>for col in n.select_dtypes(include='object').columns:</a:t>
            </a:r>
            <a:br/>
            <a:r>
              <a:t>    print(f"\n--- {col} ---")</a:t>
            </a:r>
            <a:br/>
            <a:r>
              <a:t>    print(n[col].value_counts(dropna=False).head(20))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377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value_counts()?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It makes uncommon, inconsistent or unexpected text values easier to spot before cleaning.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13. Checking Unique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Reviewing every column's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32918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3035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for col in n.columns:</a:t>
            </a:r>
            <a:br/>
            <a:r>
              <a:t>    print(f"\n{col}")</a:t>
            </a:r>
            <a:br/>
            <a:r>
              <a:t>    print(n[col].unique())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377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Purpose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unique() helps inspect the actual values stored in each column and supports targeted cleaning.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14. Cleaning the Type Column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Handling missing content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4937760" cy="13258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608576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n['type'].value_counts(dropna=False)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4937760" cy="13258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026664"/>
            <a:ext cx="4608576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n['type'] = n['type'].fillna('Unknown')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63040"/>
            <a:ext cx="50292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1645920"/>
            <a:ext cx="46268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Cleaning decision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Missing type values are filled with 'Unknown' in the notebook. This avoids leaving the field blank.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389120"/>
            <a:ext cx="150876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0488" y="4507992"/>
            <a:ext cx="128930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61164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Movie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389120"/>
            <a:ext cx="150876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27848" y="4507992"/>
            <a:ext cx="128930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23864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TV Show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4389120"/>
            <a:ext cx="150876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65207" y="4507992"/>
            <a:ext cx="128930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4473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Unknown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15. Checking Type After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Confirming that type has no blanks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4572000" cy="118872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242816" cy="9326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n['type'].isna().sum()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17320"/>
            <a:ext cx="228600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1536192"/>
            <a:ext cx="206654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Missing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926080"/>
            <a:ext cx="5120640" cy="173736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87568" y="3108960"/>
            <a:ext cx="4718303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Validation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checks the number of missing type values again after filling them.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16. Country – Before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Inspecting raw country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141732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1161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print('before - ',sorted(n['country'].dropna().unique()))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28600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Issue checked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prints sorted country values to inspect inconsistencies such as extra spaces.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17. Country – Standardizing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Removing extra spaces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150876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1252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n['country'] = n['country'].str.strip()</a:t>
            </a:r>
            <a:br/>
            <a:r>
              <a:t>print('after - ',sorted(n['country'].dropna().unique()))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Cleaning method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str.strip() removes spaces from the beginning and end of text values, making duplicate-looking country names consistent.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18. Country – Filling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Using title-based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75120" cy="265176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45936" cy="239572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country_map = n.dropna(subset=['country']).drop_duplicates('title').set_index('title')['country']</a:t>
            </a:r>
            <a:br/>
            <a:br/>
            <a:r>
              <a:t>n['country'] = n['country'].fillna(n['title'].map(country_map))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Logic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A mapping is created from known title-country pairs. Missing country values are then filled using the title.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19. Rating – Initial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Understanding the rating column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212080" cy="20116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882896" cy="17556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n['rating'].value_counts(dropna=False)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03320"/>
            <a:ext cx="6400800" cy="15544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849624"/>
            <a:ext cx="6071616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pd.crosstab(n['type'], n['rating'], dropna=False)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crosstab?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type × rating table helps inspect how ratings are distributed across Movies and TV Shows.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20. Rating – Title + Type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Using matching records to fill ratings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22860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202996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rating_map = (</a:t>
            </a:r>
            <a:br/>
            <a:r>
              <a:t>    n.dropna(subset=['rating'])</a:t>
            </a:r>
            <a:br/>
            <a:r>
              <a:t>     .drop_duplicates(['title', 'type'])</a:t>
            </a:r>
            <a:br/>
            <a:r>
              <a:t>     .set_index(['title', 'type'])['rating']</a:t>
            </a:r>
            <a:br/>
            <a: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86200"/>
            <a:ext cx="6583680" cy="141732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4032504"/>
            <a:ext cx="6254496" cy="1161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n['rating'] = n.apply(</a:t>
            </a:r>
            <a:br/>
            <a:r>
              <a:t>    lambda row: rating_map.get((row['title'], row['type']), row['rating']),</a:t>
            </a:r>
            <a:br/>
            <a:r>
              <a:t>    axis=1</a:t>
            </a:r>
            <a:br/>
            <a: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Logic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creates a lookup using both title and type, then uses that pair to fill an available missing rating.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21. Rating –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Checking remaining missing ratings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4572000" cy="12344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242816" cy="9784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n['rating'].isna().sum()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63040"/>
            <a:ext cx="246888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1581912"/>
            <a:ext cx="224942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Missing rating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926080"/>
            <a:ext cx="5120640" cy="16459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87568" y="3108960"/>
            <a:ext cx="4718303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Result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final cleaned CSV has zero missing values in rating.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22. Duration – Initial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Finding missing and 'unknown'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029200" cy="18288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700016" cy="1572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n['duration'].value_counts(dropna=False)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5029200" cy="12344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895344"/>
            <a:ext cx="4700016" cy="9784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C8E6BE"/>
                </a:solidFill>
                <a:latin typeface="Consolas"/>
              </a:defRPr>
            </a:pPr>
            <a:r>
              <a:t>n[n['duration'].astype(str).str.lower() == 'unknown'].shape[0]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463040"/>
            <a:ext cx="4754880" cy="228600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1645920"/>
            <a:ext cx="435254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Important point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checks both actual NaN values and the text value 'unknown'.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23. Duration – Treating 'unknown' as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Preparing the column for filling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29400" cy="3749039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00216" cy="349300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80">
                <a:solidFill>
                  <a:srgbClr val="C8E6BE"/>
                </a:solidFill>
                <a:latin typeface="Consolas"/>
              </a:defRPr>
            </a:pPr>
            <a:r>
              <a:t># unknown-ah missing value-ah treat pannuvom</a:t>
            </a:r>
            <a:br/>
            <a:r>
              <a:t>n.loc[</a:t>
            </a:r>
            <a:br/>
            <a:r>
              <a:t>    n['duration'].astype(str).str.strip().str.lower() == 'unknown',</a:t>
            </a:r>
            <a:br/>
            <a:r>
              <a:t>    'duration'</a:t>
            </a:r>
            <a:br/>
            <a:r>
              <a:t>] = pd.NA</a:t>
            </a:r>
            <a:br/>
            <a:br/>
            <a:r>
              <a:t># Same title + same type-la irukkura most common duration use pannum</a:t>
            </a:r>
            <a:br/>
            <a:r>
              <a:t>duration_map = n.dropna(subset=['duration']).drop_duplicates(</a:t>
            </a:r>
            <a:br/>
            <a:r>
              <a:t>    ['title', 'type']</a:t>
            </a:r>
            <a:br/>
            <a:r>
              <a:t>).set_index(['title', 'type'])['duration']</a:t>
            </a:r>
            <a:br/>
            <a:br/>
            <a:r>
              <a:t>n['duration'] = n.apply(</a:t>
            </a:r>
            <a:br/>
            <a:r>
              <a:t>    lambda row: duration_map.get((row['title'], row['type']), row['duration']),</a:t>
            </a:r>
            <a:br/>
            <a:r>
              <a:t>    axis=1</a:t>
            </a:r>
            <a:br/>
            <a:r>
              <a:t>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65176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Cleaning logic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'unknown' is converted to missing. Then duration is filled using the same title + type when a known value exists.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24. Duration – Additional Fill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Using numeric duration and group median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29400" cy="27432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00216" cy="2487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80">
                <a:solidFill>
                  <a:srgbClr val="C8E6BE"/>
                </a:solidFill>
                <a:latin typeface="Consolas"/>
              </a:defRPr>
            </a:pPr>
            <a:r>
              <a:t>duration_num = pd.to_numeric(n['duration'], errors='coerce')</a:t>
            </a:r>
            <a:br/>
            <a:br/>
            <a:r>
              <a:t>fill_values = duration_num.groupby(</a:t>
            </a:r>
            <a:br/>
            <a:r>
              <a:t>    [n['title'], n['type']]</a:t>
            </a:r>
            <a:br/>
            <a:r>
              <a:t>).transform('median')</a:t>
            </a:r>
            <a:br/>
            <a:br/>
            <a:r>
              <a:t>n.loc[n['duration'].isna(), 'duration'] = fill_values[n['duration'].isna()]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median?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For remaining missing duration values, the notebook calculates a median within the same title + type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25. Duration – Final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Checking that 'unknown' is gone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4572000" cy="12344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242816" cy="9784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(n['duration'].astype(str).str.lower() == 'unknown').sum()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63040"/>
            <a:ext cx="256032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1581912"/>
            <a:ext cx="2340863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'unknown'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971800"/>
            <a:ext cx="5120640" cy="182880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87568" y="3154680"/>
            <a:ext cx="471830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Result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final cleaned CSV stores duration as an integer column and contains no missing duration 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26. Genre – Initial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Finding missing and inconsistent genre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303520" cy="18288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974336" cy="1572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00">
                <a:solidFill>
                  <a:srgbClr val="C8E6BE"/>
                </a:solidFill>
                <a:latin typeface="Consolas"/>
              </a:defRPr>
            </a:pPr>
            <a:r>
              <a:t>n['genre'].value_counts(dropna=False)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49039"/>
            <a:ext cx="5303520" cy="12344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895344"/>
            <a:ext cx="4974336" cy="9784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n['genre'].isna().sum()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63040"/>
            <a:ext cx="4572000" cy="219456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7" y="1645920"/>
            <a:ext cx="4169663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Issue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notebook checks frequency and missing values before standardization.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27. Genre – Standardizing Capitalization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Making genre names 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13258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n['genre'] = n['genre'].str.strip().str.title()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28600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Cleaning method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str.strip() removes extra spaces and str.title() standardizes capitalization.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160520"/>
            <a:ext cx="356616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44967" y="4279392"/>
            <a:ext cx="334670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12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Final genres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28. Genre – Filling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Using title-based genre 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29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583680" cy="256032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254496" cy="2304287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genre_map = (</a:t>
            </a:r>
            <a:br/>
            <a:r>
              <a:t>    n.dropna(subset=['genre'])</a:t>
            </a:r>
            <a:br/>
            <a:r>
              <a:t>     .drop_duplicates('title')</a:t>
            </a:r>
            <a:br/>
            <a:r>
              <a:t>     .set_index('title')['genre']</a:t>
            </a:r>
            <a:br/>
            <a:r>
              <a:t>)</a:t>
            </a:r>
            <a:br/>
            <a:br/>
            <a:r>
              <a:t>n['genre'] = n['genre'].fillna(n['title'].map(genre_map))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Logic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Known title-genre pairs are used to fill missing genre values where a matching title is available.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29. Final Missing Value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One final quality-control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486400" cy="141732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5157216" cy="11612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400">
                <a:solidFill>
                  <a:srgbClr val="C8E6BE"/>
                </a:solidFill>
                <a:latin typeface="Consolas"/>
              </a:defRPr>
            </a:pPr>
            <a:r>
              <a:t>n.isnull().sum()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463040"/>
            <a:ext cx="246888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53328" y="1581912"/>
            <a:ext cx="224942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0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Missing cells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463040"/>
            <a:ext cx="2468880" cy="1234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750807" y="1581912"/>
            <a:ext cx="2249424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F5F5F5"/>
                </a:solidFill>
              </a:defRPr>
            </a:pPr>
            <a:r>
              <a:t>89,501</a:t>
            </a:r>
          </a:p>
          <a:p>
            <a:pPr algn="ctr">
              <a:defRPr sz="950">
                <a:solidFill>
                  <a:srgbClr val="AFAFB4"/>
                </a:solidFill>
              </a:defRPr>
            </a:pPr>
            <a:r>
              <a:t>Rows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154680"/>
            <a:ext cx="5212080" cy="173736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3337560"/>
            <a:ext cx="4809744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Result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Every column in the supplied cleaned CSV has zero missing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30. Saving the Cleaned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Exporting the final 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120640" cy="13258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4791455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>
                <a:solidFill>
                  <a:srgbClr val="C8E6BE"/>
                </a:solidFill>
                <a:latin typeface="Consolas"/>
              </a:defRPr>
            </a:pPr>
            <a:r>
              <a:t>n.to_csv(cleaned)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463040"/>
            <a:ext cx="5029200" cy="219456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79007" y="1645920"/>
            <a:ext cx="4626864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Output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cleaned DataFrame is exported to a CSV file so it can be reused for analysis and dashboards.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31. Duration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Visualizing the cleaned numeric duration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29400" cy="27432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00216" cy="2487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plt.hist(duration_num.dropna(), bins=20)</a:t>
            </a:r>
            <a:br/>
            <a:br/>
            <a:r>
              <a:t>plt.title('Duration Distribution')</a:t>
            </a:r>
            <a:br/>
            <a:r>
              <a:t>plt.xlabel('Duration')</a:t>
            </a:r>
            <a:br/>
            <a:r>
              <a:t>plt.ylabel('Frequency')</a:t>
            </a:r>
            <a:br/>
            <a:r>
              <a:t>plt.show()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377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Chart purpose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histogram shows how duration values are distributed after cleaning.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32. Rating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Visualizing rating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629400" cy="274320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6300216" cy="2487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50">
                <a:solidFill>
                  <a:srgbClr val="C8E6BE"/>
                </a:solidFill>
                <a:latin typeface="Consolas"/>
              </a:defRPr>
            </a:pPr>
            <a:r>
              <a:t>n['rating'].value_counts().plot(kind='bar')</a:t>
            </a:r>
            <a:br/>
            <a:r>
              <a:t>plt.title('Rating Distribution')</a:t>
            </a:r>
            <a:br/>
            <a:r>
              <a:t>plt.xlabel('Rating')</a:t>
            </a:r>
            <a:br/>
            <a:r>
              <a:t>plt.ylabel('Count')</a:t>
            </a:r>
            <a:br/>
            <a:r>
              <a:t>plt.xticks(rotation=45)</a:t>
            </a:r>
            <a:br/>
            <a:r>
              <a:t>plt.show()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63040"/>
            <a:ext cx="3657600" cy="237744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1645920"/>
            <a:ext cx="325526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Chart purpose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A bar chart compares how many records belong to each rating 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33. Date Conversion &amp; Country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Preparing dates and comparing countries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34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5852160" cy="155448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5522976" cy="12984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200">
                <a:solidFill>
                  <a:srgbClr val="C8E6BE"/>
                </a:solidFill>
                <a:latin typeface="Consolas"/>
              </a:defRPr>
            </a:pPr>
            <a:r>
              <a:t># Convert date_added column to datetime format</a:t>
            </a:r>
            <a:br/>
            <a:r>
              <a:t># Convert date_added from DD-MM-YYYY format to datetime</a:t>
            </a:r>
            <a:br/>
            <a:r>
              <a:t>n['date_added'] = pd.to_datetime(n['date_added'], format='%d-%m-%Y')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37560"/>
            <a:ext cx="6629400" cy="21488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483864"/>
            <a:ext cx="6300216" cy="18928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080">
                <a:solidFill>
                  <a:srgbClr val="C8E6BE"/>
                </a:solidFill>
                <a:latin typeface="Consolas"/>
              </a:defRPr>
            </a:pPr>
            <a:r>
              <a:t># Find the top 10 countries by content count</a:t>
            </a:r>
            <a:br/>
            <a:r>
              <a:t>country_count = n['country'].value_counts().head(5)</a:t>
            </a:r>
            <a:br/>
            <a:br/>
            <a:r>
              <a:t># Plot top 10 countries</a:t>
            </a:r>
            <a:br/>
            <a:r>
              <a:t>plt.bar(country_count.index, country_count.values)</a:t>
            </a:r>
            <a:br/>
            <a:br/>
            <a:r>
              <a:t>plt.title('Top 10 Countries by Content')</a:t>
            </a:r>
            <a:br/>
            <a:r>
              <a:t>plt.xlabel('Country')</a:t>
            </a:r>
            <a:br/>
            <a:r>
              <a:t>plt.ylabel('Number of Titles')</a:t>
            </a:r>
            <a:br/>
            <a:r>
              <a:t>plt.xticks(rotation=45)</a:t>
            </a:r>
            <a:br/>
            <a:r>
              <a:t>plt.show()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1463040"/>
            <a:ext cx="3657600" cy="2560320"/>
          </a:xfrm>
          <a:prstGeom prst="roundRect">
            <a:avLst/>
          </a:prstGeom>
          <a:solidFill>
            <a:srgbClr val="121215"/>
          </a:solidFill>
          <a:ln>
            <a:solidFill>
              <a:srgbClr val="E509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645920"/>
            <a:ext cx="3255264" cy="2240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50914"/>
                </a:solidFill>
              </a:defRPr>
            </a:pPr>
            <a:r>
              <a:t>Why this matters</a:t>
            </a:r>
          </a:p>
          <a:p>
            <a:pPr>
              <a:spcBef>
                <a:spcPts val="800"/>
              </a:spcBef>
              <a:defRPr sz="1400">
                <a:solidFill>
                  <a:srgbClr val="F5F5F5"/>
                </a:solidFill>
              </a:defRPr>
            </a:pPr>
            <a:r>
              <a:t>The date is converted to datetime for analysis. Country counts are then used to create a top-country bar chart.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7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8595360" y="-274320"/>
            <a:ext cx="4297680" cy="7498079"/>
          </a:xfrm>
          <a:prstGeom prst="parallelogram">
            <a:avLst/>
          </a:prstGeom>
          <a:solidFill>
            <a:srgbClr val="1C1C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9784080" y="-274320"/>
            <a:ext cx="2103120" cy="7498079"/>
          </a:xfrm>
          <a:prstGeom prst="parallelogram">
            <a:avLst/>
          </a:prstGeom>
          <a:solidFill>
            <a:srgbClr val="7807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73152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04120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497312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890504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283696" y="6126480"/>
            <a:ext cx="128016" cy="128016"/>
          </a:xfrm>
          <a:prstGeom prst="ellipse">
            <a:avLst/>
          </a:prstGeom>
          <a:solidFill>
            <a:srgbClr val="E5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47472"/>
            <a:ext cx="98755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5F5"/>
                </a:solidFill>
              </a:defRPr>
            </a:pPr>
            <a:r>
              <a:t>34. Genre Pie Chart &amp;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914400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AFAFB4"/>
                </a:solidFill>
              </a:defRPr>
            </a:pPr>
            <a:r>
              <a:t>Final visualization and project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393192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E50914"/>
                </a:solidFill>
              </a:defRPr>
            </a:pPr>
            <a:r>
              <a:t>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417320"/>
            <a:ext cx="6217920" cy="2377440"/>
          </a:xfrm>
          <a:prstGeom prst="roundRect">
            <a:avLst/>
          </a:prstGeom>
          <a:solidFill>
            <a:srgbClr val="0E0E11"/>
          </a:solidFill>
          <a:ln>
            <a:solidFill>
              <a:srgbClr val="780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1563624"/>
            <a:ext cx="5888736" cy="21214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120">
                <a:solidFill>
                  <a:srgbClr val="C8E6BE"/>
                </a:solidFill>
                <a:latin typeface="Consolas"/>
              </a:defRPr>
            </a:pPr>
            <a:r>
              <a:t># Count the top 6 genres</a:t>
            </a:r>
            <a:br/>
            <a:r>
              <a:t>genre_count = n['genre'].value_counts().head(6)</a:t>
            </a:r>
            <a:br/>
            <a:br/>
            <a:r>
              <a:t># Create a pie chart</a:t>
            </a:r>
            <a:br/>
            <a:r>
              <a:t>plt.pie(</a:t>
            </a:r>
            <a:br/>
            <a:r>
              <a:t>    genre_count.values,</a:t>
            </a:r>
            <a:br/>
            <a:r>
              <a:t>    labels=genre_count.index,</a:t>
            </a:r>
            <a:br/>
            <a:r>
              <a:t>    autopct='%1.1f%%'</a:t>
            </a:r>
            <a:br/>
            <a:r>
              <a:t>)</a:t>
            </a:r>
            <a:br/>
            <a:br/>
            <a:r>
              <a:t>plt.title('Top 6 Genres Distribution')</a:t>
            </a:r>
            <a:br/>
            <a:r>
              <a:t>plt.show()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41732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• Final cleaned dataset: 89,501 rows × 10 columns.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• Duplicates and missing values were handled.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• Country and genre text values were standardized.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• Date was converted to datetime.</a:t>
            </a:r>
          </a:p>
          <a:p>
            <a:pPr>
              <a:spcAft>
                <a:spcPts val="1200"/>
              </a:spcAft>
              <a:defRPr sz="1500">
                <a:solidFill>
                  <a:srgbClr val="F5F5F5"/>
                </a:solidFill>
              </a:defRPr>
            </a:pPr>
            <a:r>
              <a:t>• The cleaned file is ready for further analysis or Power BI.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27648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3737A"/>
                </a:solidFill>
              </a:defRPr>
            </a:pPr>
            <a:r>
              <a:t>NETFLIX DATA CLEANING • PYTHON / PANDAS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2634</Words>
  <Application>Microsoft Office PowerPoint</Application>
  <PresentationFormat>Widescreen</PresentationFormat>
  <Paragraphs>303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S0286455</cp:lastModifiedBy>
  <cp:revision>3</cp:revision>
  <dcterms:created xsi:type="dcterms:W3CDTF">2013-01-27T09:14:16Z</dcterms:created>
  <dcterms:modified xsi:type="dcterms:W3CDTF">2026-09-18T09:26:51Z</dcterms:modified>
  <cp:category/>
</cp:coreProperties>
</file>